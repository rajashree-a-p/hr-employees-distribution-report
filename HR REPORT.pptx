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68" r:id="rId6"/>
    <p:sldId id="267" r:id="rId7"/>
    <p:sldId id="269" r:id="rId8"/>
    <p:sldId id="271" r:id="rId9"/>
    <p:sldId id="272" r:id="rId10"/>
    <p:sldId id="273" r:id="rId11"/>
    <p:sldId id="274" r:id="rId12"/>
    <p:sldId id="275" r:id="rId13"/>
    <p:sldId id="276" r:id="rId14"/>
    <p:sldId id="266" r:id="rId15"/>
    <p:sldId id="27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1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96EAB1-087F-4564-8E00-4388F0CA8DB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6A38C9F-276C-4A4C-9063-F2D87ABD6FB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PROJECT OBJECTIVE</a:t>
          </a:r>
        </a:p>
      </dgm:t>
    </dgm:pt>
    <dgm:pt modelId="{2BC4C75E-F79E-4119-8FDD-CBBE6E0D4C86}" type="parTrans" cxnId="{01C733B9-385B-44E4-ABF0-4F29E2D3F45E}">
      <dgm:prSet/>
      <dgm:spPr/>
      <dgm:t>
        <a:bodyPr/>
        <a:lstStyle/>
        <a:p>
          <a:endParaRPr lang="en-US"/>
        </a:p>
      </dgm:t>
    </dgm:pt>
    <dgm:pt modelId="{9ADEA763-797D-4BF9-B5A9-B7A2EF551C82}" type="sibTrans" cxnId="{01C733B9-385B-44E4-ABF0-4F29E2D3F45E}">
      <dgm:prSet/>
      <dgm:spPr/>
      <dgm:t>
        <a:bodyPr/>
        <a:lstStyle/>
        <a:p>
          <a:endParaRPr lang="en-US"/>
        </a:p>
      </dgm:t>
    </dgm:pt>
    <dgm:pt modelId="{01B465F5-2720-4A43-8ECF-F6BC172E098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SQL DATA CLEANING</a:t>
          </a:r>
        </a:p>
      </dgm:t>
    </dgm:pt>
    <dgm:pt modelId="{629059B6-CFB3-4393-9FA6-905F1BDF1299}" type="parTrans" cxnId="{13014E89-110A-401D-969A-63B77B552460}">
      <dgm:prSet/>
      <dgm:spPr/>
      <dgm:t>
        <a:bodyPr/>
        <a:lstStyle/>
        <a:p>
          <a:endParaRPr lang="en-US"/>
        </a:p>
      </dgm:t>
    </dgm:pt>
    <dgm:pt modelId="{C524D1FA-C2A3-47D2-9226-4EAB350EBD48}" type="sibTrans" cxnId="{13014E89-110A-401D-969A-63B77B552460}">
      <dgm:prSet/>
      <dgm:spPr/>
      <dgm:t>
        <a:bodyPr/>
        <a:lstStyle/>
        <a:p>
          <a:endParaRPr lang="en-US"/>
        </a:p>
      </dgm:t>
    </dgm:pt>
    <dgm:pt modelId="{E0FF1F8C-6764-45FD-8A75-7B33D0A87D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SQL DATA ANALYSIS</a:t>
          </a:r>
        </a:p>
      </dgm:t>
    </dgm:pt>
    <dgm:pt modelId="{5F543670-D042-43D8-8316-FEB175D88218}" type="parTrans" cxnId="{BD3CE180-BE97-4BA7-97FF-C0F9BDDCC2C8}">
      <dgm:prSet/>
      <dgm:spPr/>
      <dgm:t>
        <a:bodyPr/>
        <a:lstStyle/>
        <a:p>
          <a:endParaRPr lang="en-US"/>
        </a:p>
      </dgm:t>
    </dgm:pt>
    <dgm:pt modelId="{77625D22-1B0F-430B-960B-DE6ED3AE3D51}" type="sibTrans" cxnId="{BD3CE180-BE97-4BA7-97FF-C0F9BDDCC2C8}">
      <dgm:prSet/>
      <dgm:spPr/>
      <dgm:t>
        <a:bodyPr/>
        <a:lstStyle/>
        <a:p>
          <a:endParaRPr lang="en-US"/>
        </a:p>
      </dgm:t>
    </dgm:pt>
    <dgm:pt modelId="{A14AF5FF-5EEA-415B-B7B7-3CD88E89940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SQL FILE LINK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6717CD-39E9-4ACA-922D-44FF0765CD18}" type="parTrans" cxnId="{D01D6FCC-00E5-4E05-9BB0-ADCC92F1ABEC}">
      <dgm:prSet/>
      <dgm:spPr/>
      <dgm:t>
        <a:bodyPr/>
        <a:lstStyle/>
        <a:p>
          <a:endParaRPr lang="en-US"/>
        </a:p>
      </dgm:t>
    </dgm:pt>
    <dgm:pt modelId="{41666FE9-0E5E-46A7-A1A2-CAC2E0CD014B}" type="sibTrans" cxnId="{D01D6FCC-00E5-4E05-9BB0-ADCC92F1ABEC}">
      <dgm:prSet/>
      <dgm:spPr/>
      <dgm:t>
        <a:bodyPr/>
        <a:lstStyle/>
        <a:p>
          <a:endParaRPr lang="en-US"/>
        </a:p>
      </dgm:t>
    </dgm:pt>
    <dgm:pt modelId="{AD100468-5BE1-46D2-BDBC-8AB5ADF1752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VISUALIZATION USING POWER BI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3A0A7A-59E4-4D4D-A881-803E74BA358F}" type="parTrans" cxnId="{03D5BC91-E76A-4784-B3D9-659EAC561BA6}">
      <dgm:prSet/>
      <dgm:spPr/>
      <dgm:t>
        <a:bodyPr/>
        <a:lstStyle/>
        <a:p>
          <a:endParaRPr lang="en-US"/>
        </a:p>
      </dgm:t>
    </dgm:pt>
    <dgm:pt modelId="{421ACCD2-7E40-4D61-9522-0A3F0D908358}" type="sibTrans" cxnId="{03D5BC91-E76A-4784-B3D9-659EAC561BA6}">
      <dgm:prSet/>
      <dgm:spPr/>
      <dgm:t>
        <a:bodyPr/>
        <a:lstStyle/>
        <a:p>
          <a:endParaRPr lang="en-US"/>
        </a:p>
      </dgm:t>
    </dgm:pt>
    <dgm:pt modelId="{5B01AC07-D363-49F3-B59B-FA6DCC95204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KEY INSIGHTS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101552-2760-4BD8-8540-9180032F0356}" type="parTrans" cxnId="{31593CB5-4577-4C43-B761-49D01B7F7B7F}">
      <dgm:prSet/>
      <dgm:spPr/>
      <dgm:t>
        <a:bodyPr/>
        <a:lstStyle/>
        <a:p>
          <a:endParaRPr lang="en-US"/>
        </a:p>
      </dgm:t>
    </dgm:pt>
    <dgm:pt modelId="{81AEB6C4-EEEC-4061-B9D8-9BA003CA341D}" type="sibTrans" cxnId="{31593CB5-4577-4C43-B761-49D01B7F7B7F}">
      <dgm:prSet/>
      <dgm:spPr/>
      <dgm:t>
        <a:bodyPr/>
        <a:lstStyle/>
        <a:p>
          <a:endParaRPr lang="en-US"/>
        </a:p>
      </dgm:t>
    </dgm:pt>
    <dgm:pt modelId="{897BA463-C88C-40D8-9859-669B37B5FB5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B083A8-97E9-4C67-B158-06A6E463A8E6}" type="parTrans" cxnId="{22142C07-5030-4AD3-BD05-D28EEFFC60C9}">
      <dgm:prSet/>
      <dgm:spPr/>
      <dgm:t>
        <a:bodyPr/>
        <a:lstStyle/>
        <a:p>
          <a:endParaRPr lang="en-US"/>
        </a:p>
      </dgm:t>
    </dgm:pt>
    <dgm:pt modelId="{01FC4F14-5832-4BF9-8E79-D2DA9A7DE5EB}" type="sibTrans" cxnId="{22142C07-5030-4AD3-BD05-D28EEFFC60C9}">
      <dgm:prSet/>
      <dgm:spPr/>
      <dgm:t>
        <a:bodyPr/>
        <a:lstStyle/>
        <a:p>
          <a:endParaRPr lang="en-US"/>
        </a:p>
      </dgm:t>
    </dgm:pt>
    <dgm:pt modelId="{C58EE8AD-B01A-4DDC-ADE2-40EA6AE0A2DB}" type="pres">
      <dgm:prSet presAssocID="{C196EAB1-087F-4564-8E00-4388F0CA8DB1}" presName="root" presStyleCnt="0">
        <dgm:presLayoutVars>
          <dgm:dir/>
          <dgm:resizeHandles val="exact"/>
        </dgm:presLayoutVars>
      </dgm:prSet>
      <dgm:spPr/>
    </dgm:pt>
    <dgm:pt modelId="{98F123D9-7C70-427D-AD80-F42BECB1503D}" type="pres">
      <dgm:prSet presAssocID="{36A38C9F-276C-4A4C-9063-F2D87ABD6FBB}" presName="compNode" presStyleCnt="0"/>
      <dgm:spPr/>
    </dgm:pt>
    <dgm:pt modelId="{6F4BB61A-647C-4C0D-B9D5-4E318FB862F0}" type="pres">
      <dgm:prSet presAssocID="{36A38C9F-276C-4A4C-9063-F2D87ABD6FBB}" presName="iconBgRect" presStyleLbl="bgShp" presStyleIdx="0" presStyleCnt="7"/>
      <dgm:spPr/>
    </dgm:pt>
    <dgm:pt modelId="{921F2DEE-B1E1-45F8-AD3C-B417D8782A10}" type="pres">
      <dgm:prSet presAssocID="{36A38C9F-276C-4A4C-9063-F2D87ABD6FBB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CD7EF91-33B6-4B41-BC84-564C7AA8C2E5}" type="pres">
      <dgm:prSet presAssocID="{36A38C9F-276C-4A4C-9063-F2D87ABD6FBB}" presName="spaceRect" presStyleCnt="0"/>
      <dgm:spPr/>
    </dgm:pt>
    <dgm:pt modelId="{EAFC8CEB-3082-4624-84FE-3C07CEE1345A}" type="pres">
      <dgm:prSet presAssocID="{36A38C9F-276C-4A4C-9063-F2D87ABD6FBB}" presName="textRect" presStyleLbl="revTx" presStyleIdx="0" presStyleCnt="7">
        <dgm:presLayoutVars>
          <dgm:chMax val="1"/>
          <dgm:chPref val="1"/>
        </dgm:presLayoutVars>
      </dgm:prSet>
      <dgm:spPr/>
    </dgm:pt>
    <dgm:pt modelId="{8B125C8C-4061-4D12-8BAF-7C2251E4A6E2}" type="pres">
      <dgm:prSet presAssocID="{9ADEA763-797D-4BF9-B5A9-B7A2EF551C82}" presName="sibTrans" presStyleCnt="0"/>
      <dgm:spPr/>
    </dgm:pt>
    <dgm:pt modelId="{BB8B86BB-B865-48FD-ABAA-EFEA340F36D4}" type="pres">
      <dgm:prSet presAssocID="{01B465F5-2720-4A43-8ECF-F6BC172E0989}" presName="compNode" presStyleCnt="0"/>
      <dgm:spPr/>
    </dgm:pt>
    <dgm:pt modelId="{626EFFA6-2F91-4CE2-8AF9-5FD8C351AD72}" type="pres">
      <dgm:prSet presAssocID="{01B465F5-2720-4A43-8ECF-F6BC172E0989}" presName="iconBgRect" presStyleLbl="bgShp" presStyleIdx="1" presStyleCnt="7"/>
      <dgm:spPr/>
    </dgm:pt>
    <dgm:pt modelId="{D8954110-D54E-46D5-90AE-176CD44880E5}" type="pres">
      <dgm:prSet presAssocID="{01B465F5-2720-4A43-8ECF-F6BC172E0989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C04DAA5-1A22-4D68-8067-1B3F9D310102}" type="pres">
      <dgm:prSet presAssocID="{01B465F5-2720-4A43-8ECF-F6BC172E0989}" presName="spaceRect" presStyleCnt="0"/>
      <dgm:spPr/>
    </dgm:pt>
    <dgm:pt modelId="{8C59FE42-0961-4EE5-9BDD-1E14586A0E4E}" type="pres">
      <dgm:prSet presAssocID="{01B465F5-2720-4A43-8ECF-F6BC172E0989}" presName="textRect" presStyleLbl="revTx" presStyleIdx="1" presStyleCnt="7">
        <dgm:presLayoutVars>
          <dgm:chMax val="1"/>
          <dgm:chPref val="1"/>
        </dgm:presLayoutVars>
      </dgm:prSet>
      <dgm:spPr/>
    </dgm:pt>
    <dgm:pt modelId="{4F694804-4552-4501-95D5-20922C6AD9CE}" type="pres">
      <dgm:prSet presAssocID="{C524D1FA-C2A3-47D2-9226-4EAB350EBD48}" presName="sibTrans" presStyleCnt="0"/>
      <dgm:spPr/>
    </dgm:pt>
    <dgm:pt modelId="{9B2F4096-234A-4E22-AFC5-ED49A0AA1B73}" type="pres">
      <dgm:prSet presAssocID="{E0FF1F8C-6764-45FD-8A75-7B33D0A87D29}" presName="compNode" presStyleCnt="0"/>
      <dgm:spPr/>
    </dgm:pt>
    <dgm:pt modelId="{94624708-CD21-4886-9ACD-AD4BDC44A655}" type="pres">
      <dgm:prSet presAssocID="{E0FF1F8C-6764-45FD-8A75-7B33D0A87D29}" presName="iconBgRect" presStyleLbl="bgShp" presStyleIdx="2" presStyleCnt="7"/>
      <dgm:spPr/>
    </dgm:pt>
    <dgm:pt modelId="{A6D84DFD-17B3-4C95-853E-24342F7B7CCA}" type="pres">
      <dgm:prSet presAssocID="{E0FF1F8C-6764-45FD-8A75-7B33D0A87D29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29D1E94-E96D-41B6-B4E5-B941E3C4CB0A}" type="pres">
      <dgm:prSet presAssocID="{E0FF1F8C-6764-45FD-8A75-7B33D0A87D29}" presName="spaceRect" presStyleCnt="0"/>
      <dgm:spPr/>
    </dgm:pt>
    <dgm:pt modelId="{57CEC70F-8E79-4C5B-B8EB-13CF4227C41D}" type="pres">
      <dgm:prSet presAssocID="{E0FF1F8C-6764-45FD-8A75-7B33D0A87D29}" presName="textRect" presStyleLbl="revTx" presStyleIdx="2" presStyleCnt="7">
        <dgm:presLayoutVars>
          <dgm:chMax val="1"/>
          <dgm:chPref val="1"/>
        </dgm:presLayoutVars>
      </dgm:prSet>
      <dgm:spPr/>
    </dgm:pt>
    <dgm:pt modelId="{181673DE-AFC9-4589-96DB-25BFC5875FDE}" type="pres">
      <dgm:prSet presAssocID="{77625D22-1B0F-430B-960B-DE6ED3AE3D51}" presName="sibTrans" presStyleCnt="0"/>
      <dgm:spPr/>
    </dgm:pt>
    <dgm:pt modelId="{3790BF2E-A0EE-4C35-9979-6F5298B4C0B5}" type="pres">
      <dgm:prSet presAssocID="{A14AF5FF-5EEA-415B-B7B7-3CD88E899406}" presName="compNode" presStyleCnt="0"/>
      <dgm:spPr/>
    </dgm:pt>
    <dgm:pt modelId="{4FA30CC4-0577-4FB4-828E-CCDDA48EC1D3}" type="pres">
      <dgm:prSet presAssocID="{A14AF5FF-5EEA-415B-B7B7-3CD88E899406}" presName="iconBgRect" presStyleLbl="bgShp" presStyleIdx="3" presStyleCnt="7"/>
      <dgm:spPr/>
    </dgm:pt>
    <dgm:pt modelId="{C21F3C86-5D1B-492D-B6DD-AC8573661923}" type="pres">
      <dgm:prSet presAssocID="{A14AF5FF-5EEA-415B-B7B7-3CD88E899406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A63A836-BBFA-4816-A80B-0E149DB4F545}" type="pres">
      <dgm:prSet presAssocID="{A14AF5FF-5EEA-415B-B7B7-3CD88E899406}" presName="spaceRect" presStyleCnt="0"/>
      <dgm:spPr/>
    </dgm:pt>
    <dgm:pt modelId="{E6339A0B-AC52-48DF-89E1-69D409CA05E8}" type="pres">
      <dgm:prSet presAssocID="{A14AF5FF-5EEA-415B-B7B7-3CD88E899406}" presName="textRect" presStyleLbl="revTx" presStyleIdx="3" presStyleCnt="7">
        <dgm:presLayoutVars>
          <dgm:chMax val="1"/>
          <dgm:chPref val="1"/>
        </dgm:presLayoutVars>
      </dgm:prSet>
      <dgm:spPr/>
    </dgm:pt>
    <dgm:pt modelId="{099400AF-C35B-44B0-AEE8-9ACC62FA0579}" type="pres">
      <dgm:prSet presAssocID="{41666FE9-0E5E-46A7-A1A2-CAC2E0CD014B}" presName="sibTrans" presStyleCnt="0"/>
      <dgm:spPr/>
    </dgm:pt>
    <dgm:pt modelId="{BA65AD8C-BC2D-454A-B3AC-A4B22CAEA59F}" type="pres">
      <dgm:prSet presAssocID="{AD100468-5BE1-46D2-BDBC-8AB5ADF17521}" presName="compNode" presStyleCnt="0"/>
      <dgm:spPr/>
    </dgm:pt>
    <dgm:pt modelId="{4C139F41-E22C-42E4-82C9-FEED316E21E3}" type="pres">
      <dgm:prSet presAssocID="{AD100468-5BE1-46D2-BDBC-8AB5ADF17521}" presName="iconBgRect" presStyleLbl="bgShp" presStyleIdx="4" presStyleCnt="7"/>
      <dgm:spPr/>
    </dgm:pt>
    <dgm:pt modelId="{CFFD311C-CF41-4872-A3EB-F754C4FDFA4F}" type="pres">
      <dgm:prSet presAssocID="{AD100468-5BE1-46D2-BDBC-8AB5ADF17521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E3A3B43-DF77-4D15-B6C4-73432B122FDC}" type="pres">
      <dgm:prSet presAssocID="{AD100468-5BE1-46D2-BDBC-8AB5ADF17521}" presName="spaceRect" presStyleCnt="0"/>
      <dgm:spPr/>
    </dgm:pt>
    <dgm:pt modelId="{9A212FCA-B9FC-4D5F-B425-5B59CC6B78E1}" type="pres">
      <dgm:prSet presAssocID="{AD100468-5BE1-46D2-BDBC-8AB5ADF17521}" presName="textRect" presStyleLbl="revTx" presStyleIdx="4" presStyleCnt="7">
        <dgm:presLayoutVars>
          <dgm:chMax val="1"/>
          <dgm:chPref val="1"/>
        </dgm:presLayoutVars>
      </dgm:prSet>
      <dgm:spPr/>
    </dgm:pt>
    <dgm:pt modelId="{7FA8F06D-1583-44CC-A114-B16BAE173C83}" type="pres">
      <dgm:prSet presAssocID="{421ACCD2-7E40-4D61-9522-0A3F0D908358}" presName="sibTrans" presStyleCnt="0"/>
      <dgm:spPr/>
    </dgm:pt>
    <dgm:pt modelId="{9832B7D2-D22B-4F69-8D6A-2918D50C5EE2}" type="pres">
      <dgm:prSet presAssocID="{5B01AC07-D363-49F3-B59B-FA6DCC95204B}" presName="compNode" presStyleCnt="0"/>
      <dgm:spPr/>
    </dgm:pt>
    <dgm:pt modelId="{09456C49-47BE-4450-8574-0CE0DA6792D5}" type="pres">
      <dgm:prSet presAssocID="{5B01AC07-D363-49F3-B59B-FA6DCC95204B}" presName="iconBgRect" presStyleLbl="bgShp" presStyleIdx="5" presStyleCnt="7"/>
      <dgm:spPr/>
    </dgm:pt>
    <dgm:pt modelId="{FEC5DFB9-0441-4A4C-898D-39B74977B6FC}" type="pres">
      <dgm:prSet presAssocID="{5B01AC07-D363-49F3-B59B-FA6DCC95204B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24DCCE7-9318-4560-9EA8-F02F928413BA}" type="pres">
      <dgm:prSet presAssocID="{5B01AC07-D363-49F3-B59B-FA6DCC95204B}" presName="spaceRect" presStyleCnt="0"/>
      <dgm:spPr/>
    </dgm:pt>
    <dgm:pt modelId="{035335E3-135B-4FBB-86B5-D2FFB7E709DA}" type="pres">
      <dgm:prSet presAssocID="{5B01AC07-D363-49F3-B59B-FA6DCC95204B}" presName="textRect" presStyleLbl="revTx" presStyleIdx="5" presStyleCnt="7">
        <dgm:presLayoutVars>
          <dgm:chMax val="1"/>
          <dgm:chPref val="1"/>
        </dgm:presLayoutVars>
      </dgm:prSet>
      <dgm:spPr/>
    </dgm:pt>
    <dgm:pt modelId="{4C52D2CD-BEF1-46FF-932B-D645B4DF6F19}" type="pres">
      <dgm:prSet presAssocID="{81AEB6C4-EEEC-4061-B9D8-9BA003CA341D}" presName="sibTrans" presStyleCnt="0"/>
      <dgm:spPr/>
    </dgm:pt>
    <dgm:pt modelId="{E8AA8666-1601-4CEF-A014-46CCB59C826F}" type="pres">
      <dgm:prSet presAssocID="{897BA463-C88C-40D8-9859-669B37B5FB5D}" presName="compNode" presStyleCnt="0"/>
      <dgm:spPr/>
    </dgm:pt>
    <dgm:pt modelId="{639494B1-A1B5-496D-8D00-44A95594FBC2}" type="pres">
      <dgm:prSet presAssocID="{897BA463-C88C-40D8-9859-669B37B5FB5D}" presName="iconBgRect" presStyleLbl="bgShp" presStyleIdx="6" presStyleCnt="7"/>
      <dgm:spPr/>
    </dgm:pt>
    <dgm:pt modelId="{5498FE19-CAF1-46BD-ACFE-EC13F30319E0}" type="pres">
      <dgm:prSet presAssocID="{897BA463-C88C-40D8-9859-669B37B5FB5D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232D6091-8A56-4F0B-A7B1-12E3AA257512}" type="pres">
      <dgm:prSet presAssocID="{897BA463-C88C-40D8-9859-669B37B5FB5D}" presName="spaceRect" presStyleCnt="0"/>
      <dgm:spPr/>
    </dgm:pt>
    <dgm:pt modelId="{0D2A9B07-B1C3-48DC-AB47-6E4B2B865547}" type="pres">
      <dgm:prSet presAssocID="{897BA463-C88C-40D8-9859-669B37B5FB5D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22142C07-5030-4AD3-BD05-D28EEFFC60C9}" srcId="{C196EAB1-087F-4564-8E00-4388F0CA8DB1}" destId="{897BA463-C88C-40D8-9859-669B37B5FB5D}" srcOrd="6" destOrd="0" parTransId="{2BB083A8-97E9-4C67-B158-06A6E463A8E6}" sibTransId="{01FC4F14-5832-4BF9-8E79-D2DA9A7DE5EB}"/>
    <dgm:cxn modelId="{C1CEBD0B-6525-49D5-ADBB-9BED11436460}" type="presOf" srcId="{36A38C9F-276C-4A4C-9063-F2D87ABD6FBB}" destId="{EAFC8CEB-3082-4624-84FE-3C07CEE1345A}" srcOrd="0" destOrd="0" presId="urn:microsoft.com/office/officeart/2018/5/layout/IconCircleLabelList"/>
    <dgm:cxn modelId="{8F661815-5540-4E32-8257-09E77DD4F27F}" type="presOf" srcId="{C196EAB1-087F-4564-8E00-4388F0CA8DB1}" destId="{C58EE8AD-B01A-4DDC-ADE2-40EA6AE0A2DB}" srcOrd="0" destOrd="0" presId="urn:microsoft.com/office/officeart/2018/5/layout/IconCircleLabelList"/>
    <dgm:cxn modelId="{BD3CE180-BE97-4BA7-97FF-C0F9BDDCC2C8}" srcId="{C196EAB1-087F-4564-8E00-4388F0CA8DB1}" destId="{E0FF1F8C-6764-45FD-8A75-7B33D0A87D29}" srcOrd="2" destOrd="0" parTransId="{5F543670-D042-43D8-8316-FEB175D88218}" sibTransId="{77625D22-1B0F-430B-960B-DE6ED3AE3D51}"/>
    <dgm:cxn modelId="{13014E89-110A-401D-969A-63B77B552460}" srcId="{C196EAB1-087F-4564-8E00-4388F0CA8DB1}" destId="{01B465F5-2720-4A43-8ECF-F6BC172E0989}" srcOrd="1" destOrd="0" parTransId="{629059B6-CFB3-4393-9FA6-905F1BDF1299}" sibTransId="{C524D1FA-C2A3-47D2-9226-4EAB350EBD48}"/>
    <dgm:cxn modelId="{03D5BC91-E76A-4784-B3D9-659EAC561BA6}" srcId="{C196EAB1-087F-4564-8E00-4388F0CA8DB1}" destId="{AD100468-5BE1-46D2-BDBC-8AB5ADF17521}" srcOrd="4" destOrd="0" parTransId="{8B3A0A7A-59E4-4D4D-A881-803E74BA358F}" sibTransId="{421ACCD2-7E40-4D61-9522-0A3F0D908358}"/>
    <dgm:cxn modelId="{F15788AF-EE60-4F88-9718-64578DB03F33}" type="presOf" srcId="{AD100468-5BE1-46D2-BDBC-8AB5ADF17521}" destId="{9A212FCA-B9FC-4D5F-B425-5B59CC6B78E1}" srcOrd="0" destOrd="0" presId="urn:microsoft.com/office/officeart/2018/5/layout/IconCircleLabelList"/>
    <dgm:cxn modelId="{31593CB5-4577-4C43-B761-49D01B7F7B7F}" srcId="{C196EAB1-087F-4564-8E00-4388F0CA8DB1}" destId="{5B01AC07-D363-49F3-B59B-FA6DCC95204B}" srcOrd="5" destOrd="0" parTransId="{3C101552-2760-4BD8-8540-9180032F0356}" sibTransId="{81AEB6C4-EEEC-4061-B9D8-9BA003CA341D}"/>
    <dgm:cxn modelId="{01C733B9-385B-44E4-ABF0-4F29E2D3F45E}" srcId="{C196EAB1-087F-4564-8E00-4388F0CA8DB1}" destId="{36A38C9F-276C-4A4C-9063-F2D87ABD6FBB}" srcOrd="0" destOrd="0" parTransId="{2BC4C75E-F79E-4119-8FDD-CBBE6E0D4C86}" sibTransId="{9ADEA763-797D-4BF9-B5A9-B7A2EF551C82}"/>
    <dgm:cxn modelId="{7C9361CB-034B-453C-91A7-2CA9314B102F}" type="presOf" srcId="{897BA463-C88C-40D8-9859-669B37B5FB5D}" destId="{0D2A9B07-B1C3-48DC-AB47-6E4B2B865547}" srcOrd="0" destOrd="0" presId="urn:microsoft.com/office/officeart/2018/5/layout/IconCircleLabelList"/>
    <dgm:cxn modelId="{D01D6FCC-00E5-4E05-9BB0-ADCC92F1ABEC}" srcId="{C196EAB1-087F-4564-8E00-4388F0CA8DB1}" destId="{A14AF5FF-5EEA-415B-B7B7-3CD88E899406}" srcOrd="3" destOrd="0" parTransId="{926717CD-39E9-4ACA-922D-44FF0765CD18}" sibTransId="{41666FE9-0E5E-46A7-A1A2-CAC2E0CD014B}"/>
    <dgm:cxn modelId="{3DDA1FD8-8D24-4922-AF2A-0CC6819DF5E4}" type="presOf" srcId="{A14AF5FF-5EEA-415B-B7B7-3CD88E899406}" destId="{E6339A0B-AC52-48DF-89E1-69D409CA05E8}" srcOrd="0" destOrd="0" presId="urn:microsoft.com/office/officeart/2018/5/layout/IconCircleLabelList"/>
    <dgm:cxn modelId="{4503A2DB-A5DE-466E-ABE5-6D5CAE1BF295}" type="presOf" srcId="{E0FF1F8C-6764-45FD-8A75-7B33D0A87D29}" destId="{57CEC70F-8E79-4C5B-B8EB-13CF4227C41D}" srcOrd="0" destOrd="0" presId="urn:microsoft.com/office/officeart/2018/5/layout/IconCircleLabelList"/>
    <dgm:cxn modelId="{4A0A48DE-C53D-4B7E-8924-EED8D5C4CAAA}" type="presOf" srcId="{01B465F5-2720-4A43-8ECF-F6BC172E0989}" destId="{8C59FE42-0961-4EE5-9BDD-1E14586A0E4E}" srcOrd="0" destOrd="0" presId="urn:microsoft.com/office/officeart/2018/5/layout/IconCircleLabelList"/>
    <dgm:cxn modelId="{A89457FA-A8E2-464A-ACF5-3A84EBF4F625}" type="presOf" srcId="{5B01AC07-D363-49F3-B59B-FA6DCC95204B}" destId="{035335E3-135B-4FBB-86B5-D2FFB7E709DA}" srcOrd="0" destOrd="0" presId="urn:microsoft.com/office/officeart/2018/5/layout/IconCircleLabelList"/>
    <dgm:cxn modelId="{78C87278-B872-4313-A457-125602022212}" type="presParOf" srcId="{C58EE8AD-B01A-4DDC-ADE2-40EA6AE0A2DB}" destId="{98F123D9-7C70-427D-AD80-F42BECB1503D}" srcOrd="0" destOrd="0" presId="urn:microsoft.com/office/officeart/2018/5/layout/IconCircleLabelList"/>
    <dgm:cxn modelId="{0F0F7A92-C00B-4056-947E-DFCDBB83F6D8}" type="presParOf" srcId="{98F123D9-7C70-427D-AD80-F42BECB1503D}" destId="{6F4BB61A-647C-4C0D-B9D5-4E318FB862F0}" srcOrd="0" destOrd="0" presId="urn:microsoft.com/office/officeart/2018/5/layout/IconCircleLabelList"/>
    <dgm:cxn modelId="{C080AAFB-D884-45AF-A4FB-AF1AB4B88C30}" type="presParOf" srcId="{98F123D9-7C70-427D-AD80-F42BECB1503D}" destId="{921F2DEE-B1E1-45F8-AD3C-B417D8782A10}" srcOrd="1" destOrd="0" presId="urn:microsoft.com/office/officeart/2018/5/layout/IconCircleLabelList"/>
    <dgm:cxn modelId="{B40EB0DE-522D-43ED-883A-050B00315A1E}" type="presParOf" srcId="{98F123D9-7C70-427D-AD80-F42BECB1503D}" destId="{6CD7EF91-33B6-4B41-BC84-564C7AA8C2E5}" srcOrd="2" destOrd="0" presId="urn:microsoft.com/office/officeart/2018/5/layout/IconCircleLabelList"/>
    <dgm:cxn modelId="{C77904C2-2E78-4F93-8F4A-912654F20D09}" type="presParOf" srcId="{98F123D9-7C70-427D-AD80-F42BECB1503D}" destId="{EAFC8CEB-3082-4624-84FE-3C07CEE1345A}" srcOrd="3" destOrd="0" presId="urn:microsoft.com/office/officeart/2018/5/layout/IconCircleLabelList"/>
    <dgm:cxn modelId="{BDC97D13-B889-4023-ADEA-0D8A84FA85EE}" type="presParOf" srcId="{C58EE8AD-B01A-4DDC-ADE2-40EA6AE0A2DB}" destId="{8B125C8C-4061-4D12-8BAF-7C2251E4A6E2}" srcOrd="1" destOrd="0" presId="urn:microsoft.com/office/officeart/2018/5/layout/IconCircleLabelList"/>
    <dgm:cxn modelId="{30D0F042-4F31-4E88-8536-1DC0574F193E}" type="presParOf" srcId="{C58EE8AD-B01A-4DDC-ADE2-40EA6AE0A2DB}" destId="{BB8B86BB-B865-48FD-ABAA-EFEA340F36D4}" srcOrd="2" destOrd="0" presId="urn:microsoft.com/office/officeart/2018/5/layout/IconCircleLabelList"/>
    <dgm:cxn modelId="{EB688617-740E-4C15-8387-AFC0394E5EB6}" type="presParOf" srcId="{BB8B86BB-B865-48FD-ABAA-EFEA340F36D4}" destId="{626EFFA6-2F91-4CE2-8AF9-5FD8C351AD72}" srcOrd="0" destOrd="0" presId="urn:microsoft.com/office/officeart/2018/5/layout/IconCircleLabelList"/>
    <dgm:cxn modelId="{01EBD3BB-C6A4-4BC3-B764-1DD4C87DA812}" type="presParOf" srcId="{BB8B86BB-B865-48FD-ABAA-EFEA340F36D4}" destId="{D8954110-D54E-46D5-90AE-176CD44880E5}" srcOrd="1" destOrd="0" presId="urn:microsoft.com/office/officeart/2018/5/layout/IconCircleLabelList"/>
    <dgm:cxn modelId="{295615C2-07F7-430B-A710-F38800646FA4}" type="presParOf" srcId="{BB8B86BB-B865-48FD-ABAA-EFEA340F36D4}" destId="{1C04DAA5-1A22-4D68-8067-1B3F9D310102}" srcOrd="2" destOrd="0" presId="urn:microsoft.com/office/officeart/2018/5/layout/IconCircleLabelList"/>
    <dgm:cxn modelId="{C1FC6EE3-A337-4DDF-9B8E-7E026AEA91F5}" type="presParOf" srcId="{BB8B86BB-B865-48FD-ABAA-EFEA340F36D4}" destId="{8C59FE42-0961-4EE5-9BDD-1E14586A0E4E}" srcOrd="3" destOrd="0" presId="urn:microsoft.com/office/officeart/2018/5/layout/IconCircleLabelList"/>
    <dgm:cxn modelId="{375D09B6-CED9-4D15-9DF0-1F221F1BE084}" type="presParOf" srcId="{C58EE8AD-B01A-4DDC-ADE2-40EA6AE0A2DB}" destId="{4F694804-4552-4501-95D5-20922C6AD9CE}" srcOrd="3" destOrd="0" presId="urn:microsoft.com/office/officeart/2018/5/layout/IconCircleLabelList"/>
    <dgm:cxn modelId="{02648C0A-F748-480B-9F8C-3A38F2AB73CC}" type="presParOf" srcId="{C58EE8AD-B01A-4DDC-ADE2-40EA6AE0A2DB}" destId="{9B2F4096-234A-4E22-AFC5-ED49A0AA1B73}" srcOrd="4" destOrd="0" presId="urn:microsoft.com/office/officeart/2018/5/layout/IconCircleLabelList"/>
    <dgm:cxn modelId="{00922868-7F83-4256-942C-C82CA70ECF6D}" type="presParOf" srcId="{9B2F4096-234A-4E22-AFC5-ED49A0AA1B73}" destId="{94624708-CD21-4886-9ACD-AD4BDC44A655}" srcOrd="0" destOrd="0" presId="urn:microsoft.com/office/officeart/2018/5/layout/IconCircleLabelList"/>
    <dgm:cxn modelId="{BA5009E1-EA4E-4A8F-8E96-ABE8A42A0361}" type="presParOf" srcId="{9B2F4096-234A-4E22-AFC5-ED49A0AA1B73}" destId="{A6D84DFD-17B3-4C95-853E-24342F7B7CCA}" srcOrd="1" destOrd="0" presId="urn:microsoft.com/office/officeart/2018/5/layout/IconCircleLabelList"/>
    <dgm:cxn modelId="{DD468B2E-2506-4F41-8DB7-1174FA681D3C}" type="presParOf" srcId="{9B2F4096-234A-4E22-AFC5-ED49A0AA1B73}" destId="{A29D1E94-E96D-41B6-B4E5-B941E3C4CB0A}" srcOrd="2" destOrd="0" presId="urn:microsoft.com/office/officeart/2018/5/layout/IconCircleLabelList"/>
    <dgm:cxn modelId="{739EFC7C-56F4-4D97-B4E6-551F112606C0}" type="presParOf" srcId="{9B2F4096-234A-4E22-AFC5-ED49A0AA1B73}" destId="{57CEC70F-8E79-4C5B-B8EB-13CF4227C41D}" srcOrd="3" destOrd="0" presId="urn:microsoft.com/office/officeart/2018/5/layout/IconCircleLabelList"/>
    <dgm:cxn modelId="{80A315BF-4C13-46D1-B141-A8AE1F7C6476}" type="presParOf" srcId="{C58EE8AD-B01A-4DDC-ADE2-40EA6AE0A2DB}" destId="{181673DE-AFC9-4589-96DB-25BFC5875FDE}" srcOrd="5" destOrd="0" presId="urn:microsoft.com/office/officeart/2018/5/layout/IconCircleLabelList"/>
    <dgm:cxn modelId="{2998D147-8EFF-4AD0-9C59-20495E8C3743}" type="presParOf" srcId="{C58EE8AD-B01A-4DDC-ADE2-40EA6AE0A2DB}" destId="{3790BF2E-A0EE-4C35-9979-6F5298B4C0B5}" srcOrd="6" destOrd="0" presId="urn:microsoft.com/office/officeart/2018/5/layout/IconCircleLabelList"/>
    <dgm:cxn modelId="{D8177BB7-D9BE-4B0C-901C-2813A61C2E18}" type="presParOf" srcId="{3790BF2E-A0EE-4C35-9979-6F5298B4C0B5}" destId="{4FA30CC4-0577-4FB4-828E-CCDDA48EC1D3}" srcOrd="0" destOrd="0" presId="urn:microsoft.com/office/officeart/2018/5/layout/IconCircleLabelList"/>
    <dgm:cxn modelId="{D9240BBF-AABD-4F73-BED0-589BC96710A1}" type="presParOf" srcId="{3790BF2E-A0EE-4C35-9979-6F5298B4C0B5}" destId="{C21F3C86-5D1B-492D-B6DD-AC8573661923}" srcOrd="1" destOrd="0" presId="urn:microsoft.com/office/officeart/2018/5/layout/IconCircleLabelList"/>
    <dgm:cxn modelId="{A1795136-D2A2-475C-868D-B473A5210C43}" type="presParOf" srcId="{3790BF2E-A0EE-4C35-9979-6F5298B4C0B5}" destId="{2A63A836-BBFA-4816-A80B-0E149DB4F545}" srcOrd="2" destOrd="0" presId="urn:microsoft.com/office/officeart/2018/5/layout/IconCircleLabelList"/>
    <dgm:cxn modelId="{823522E0-0D8C-4DB6-B02C-27A230F245D9}" type="presParOf" srcId="{3790BF2E-A0EE-4C35-9979-6F5298B4C0B5}" destId="{E6339A0B-AC52-48DF-89E1-69D409CA05E8}" srcOrd="3" destOrd="0" presId="urn:microsoft.com/office/officeart/2018/5/layout/IconCircleLabelList"/>
    <dgm:cxn modelId="{0DC38653-0D6A-4972-AD3E-6B2D8DE7A54E}" type="presParOf" srcId="{C58EE8AD-B01A-4DDC-ADE2-40EA6AE0A2DB}" destId="{099400AF-C35B-44B0-AEE8-9ACC62FA0579}" srcOrd="7" destOrd="0" presId="urn:microsoft.com/office/officeart/2018/5/layout/IconCircleLabelList"/>
    <dgm:cxn modelId="{E983D34F-06C1-467C-87F9-7E0127D796CF}" type="presParOf" srcId="{C58EE8AD-B01A-4DDC-ADE2-40EA6AE0A2DB}" destId="{BA65AD8C-BC2D-454A-B3AC-A4B22CAEA59F}" srcOrd="8" destOrd="0" presId="urn:microsoft.com/office/officeart/2018/5/layout/IconCircleLabelList"/>
    <dgm:cxn modelId="{F10FDB48-F2E8-4325-9645-3FF70280C631}" type="presParOf" srcId="{BA65AD8C-BC2D-454A-B3AC-A4B22CAEA59F}" destId="{4C139F41-E22C-42E4-82C9-FEED316E21E3}" srcOrd="0" destOrd="0" presId="urn:microsoft.com/office/officeart/2018/5/layout/IconCircleLabelList"/>
    <dgm:cxn modelId="{2EFC0AF6-3952-4180-AA0C-3BD658C39DF2}" type="presParOf" srcId="{BA65AD8C-BC2D-454A-B3AC-A4B22CAEA59F}" destId="{CFFD311C-CF41-4872-A3EB-F754C4FDFA4F}" srcOrd="1" destOrd="0" presId="urn:microsoft.com/office/officeart/2018/5/layout/IconCircleLabelList"/>
    <dgm:cxn modelId="{E2347A64-6228-4604-B5F7-57F3B7F2A0BC}" type="presParOf" srcId="{BA65AD8C-BC2D-454A-B3AC-A4B22CAEA59F}" destId="{9E3A3B43-DF77-4D15-B6C4-73432B122FDC}" srcOrd="2" destOrd="0" presId="urn:microsoft.com/office/officeart/2018/5/layout/IconCircleLabelList"/>
    <dgm:cxn modelId="{A3C338F2-8EFB-4627-AA98-704E5771EDFD}" type="presParOf" srcId="{BA65AD8C-BC2D-454A-B3AC-A4B22CAEA59F}" destId="{9A212FCA-B9FC-4D5F-B425-5B59CC6B78E1}" srcOrd="3" destOrd="0" presId="urn:microsoft.com/office/officeart/2018/5/layout/IconCircleLabelList"/>
    <dgm:cxn modelId="{E5B3204B-2C16-4EBB-9AB0-7AA946855F8A}" type="presParOf" srcId="{C58EE8AD-B01A-4DDC-ADE2-40EA6AE0A2DB}" destId="{7FA8F06D-1583-44CC-A114-B16BAE173C83}" srcOrd="9" destOrd="0" presId="urn:microsoft.com/office/officeart/2018/5/layout/IconCircleLabelList"/>
    <dgm:cxn modelId="{4871A9F5-8ADB-4464-8FA1-76EECB3A7089}" type="presParOf" srcId="{C58EE8AD-B01A-4DDC-ADE2-40EA6AE0A2DB}" destId="{9832B7D2-D22B-4F69-8D6A-2918D50C5EE2}" srcOrd="10" destOrd="0" presId="urn:microsoft.com/office/officeart/2018/5/layout/IconCircleLabelList"/>
    <dgm:cxn modelId="{17B1F878-EFAA-4C3C-A794-B69A113EB08E}" type="presParOf" srcId="{9832B7D2-D22B-4F69-8D6A-2918D50C5EE2}" destId="{09456C49-47BE-4450-8574-0CE0DA6792D5}" srcOrd="0" destOrd="0" presId="urn:microsoft.com/office/officeart/2018/5/layout/IconCircleLabelList"/>
    <dgm:cxn modelId="{EA5A84A0-A877-4215-B351-5C49A7654C39}" type="presParOf" srcId="{9832B7D2-D22B-4F69-8D6A-2918D50C5EE2}" destId="{FEC5DFB9-0441-4A4C-898D-39B74977B6FC}" srcOrd="1" destOrd="0" presId="urn:microsoft.com/office/officeart/2018/5/layout/IconCircleLabelList"/>
    <dgm:cxn modelId="{29C98776-F346-4D58-9FED-274C0948BD5E}" type="presParOf" srcId="{9832B7D2-D22B-4F69-8D6A-2918D50C5EE2}" destId="{424DCCE7-9318-4560-9EA8-F02F928413BA}" srcOrd="2" destOrd="0" presId="urn:microsoft.com/office/officeart/2018/5/layout/IconCircleLabelList"/>
    <dgm:cxn modelId="{1A73B3F7-03A4-4F11-A318-4EE1609EA1CD}" type="presParOf" srcId="{9832B7D2-D22B-4F69-8D6A-2918D50C5EE2}" destId="{035335E3-135B-4FBB-86B5-D2FFB7E709DA}" srcOrd="3" destOrd="0" presId="urn:microsoft.com/office/officeart/2018/5/layout/IconCircleLabelList"/>
    <dgm:cxn modelId="{5D12CF91-9C82-4995-A855-9DD977C2F0D4}" type="presParOf" srcId="{C58EE8AD-B01A-4DDC-ADE2-40EA6AE0A2DB}" destId="{4C52D2CD-BEF1-46FF-932B-D645B4DF6F19}" srcOrd="11" destOrd="0" presId="urn:microsoft.com/office/officeart/2018/5/layout/IconCircleLabelList"/>
    <dgm:cxn modelId="{0550E526-4CEA-488C-968B-454C2F13C990}" type="presParOf" srcId="{C58EE8AD-B01A-4DDC-ADE2-40EA6AE0A2DB}" destId="{E8AA8666-1601-4CEF-A014-46CCB59C826F}" srcOrd="12" destOrd="0" presId="urn:microsoft.com/office/officeart/2018/5/layout/IconCircleLabelList"/>
    <dgm:cxn modelId="{EDC5C206-8DED-43ED-91BA-001CC1C5EAA0}" type="presParOf" srcId="{E8AA8666-1601-4CEF-A014-46CCB59C826F}" destId="{639494B1-A1B5-496D-8D00-44A95594FBC2}" srcOrd="0" destOrd="0" presId="urn:microsoft.com/office/officeart/2018/5/layout/IconCircleLabelList"/>
    <dgm:cxn modelId="{A23E9D8A-1CDE-4538-8BCF-A1A978D8CB43}" type="presParOf" srcId="{E8AA8666-1601-4CEF-A014-46CCB59C826F}" destId="{5498FE19-CAF1-46BD-ACFE-EC13F30319E0}" srcOrd="1" destOrd="0" presId="urn:microsoft.com/office/officeart/2018/5/layout/IconCircleLabelList"/>
    <dgm:cxn modelId="{21966BFB-05A8-44C7-8309-37C882B0F82D}" type="presParOf" srcId="{E8AA8666-1601-4CEF-A014-46CCB59C826F}" destId="{232D6091-8A56-4F0B-A7B1-12E3AA257512}" srcOrd="2" destOrd="0" presId="urn:microsoft.com/office/officeart/2018/5/layout/IconCircleLabelList"/>
    <dgm:cxn modelId="{2C268964-D48A-4C33-9758-9A68EEB56C09}" type="presParOf" srcId="{E8AA8666-1601-4CEF-A014-46CCB59C826F}" destId="{0D2A9B07-B1C3-48DC-AB47-6E4B2B86554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9AEC0D-6CBE-4D66-B7B1-6D9F81C641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25081257-EC4D-4A90-886B-F701FE45633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Clean HR dataset using SQL.</a:t>
          </a:r>
        </a:p>
      </dgm:t>
    </dgm:pt>
    <dgm:pt modelId="{77401790-45A4-4BE5-8DAD-ED84A51C55CD}" type="parTrans" cxnId="{1A535781-00BE-44EB-AF55-2D285C62EA85}">
      <dgm:prSet/>
      <dgm:spPr/>
      <dgm:t>
        <a:bodyPr/>
        <a:lstStyle/>
        <a:p>
          <a:endParaRPr lang="en-US"/>
        </a:p>
      </dgm:t>
    </dgm:pt>
    <dgm:pt modelId="{71264DDC-1B71-49AC-A083-CE6EBAEB3104}" type="sibTrans" cxnId="{1A535781-00BE-44EB-AF55-2D285C62EA85}">
      <dgm:prSet/>
      <dgm:spPr/>
      <dgm:t>
        <a:bodyPr/>
        <a:lstStyle/>
        <a:p>
          <a:endParaRPr lang="en-US"/>
        </a:p>
      </dgm:t>
    </dgm:pt>
    <dgm:pt modelId="{2876660C-6FEB-4E5D-B8CE-59598E6558F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Analyze employee trends and workforce distribution using SQL</a:t>
          </a:r>
          <a:r>
            <a:rPr lang="en-US" dirty="0"/>
            <a:t>.</a:t>
          </a:r>
        </a:p>
      </dgm:t>
    </dgm:pt>
    <dgm:pt modelId="{56C38507-6518-4F9C-9DB2-C614E32826AD}" type="parTrans" cxnId="{165437E6-99E3-4740-8E75-55E190AE6C76}">
      <dgm:prSet/>
      <dgm:spPr/>
      <dgm:t>
        <a:bodyPr/>
        <a:lstStyle/>
        <a:p>
          <a:endParaRPr lang="en-US"/>
        </a:p>
      </dgm:t>
    </dgm:pt>
    <dgm:pt modelId="{A660FA8B-A1D0-4AC6-9EB1-887043DB6AC3}" type="sibTrans" cxnId="{165437E6-99E3-4740-8E75-55E190AE6C76}">
      <dgm:prSet/>
      <dgm:spPr/>
      <dgm:t>
        <a:bodyPr/>
        <a:lstStyle/>
        <a:p>
          <a:endParaRPr lang="en-US"/>
        </a:p>
      </dgm:t>
    </dgm:pt>
    <dgm:pt modelId="{C80D7AC3-D74A-41CA-A6DF-18B9BB9678F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Build Power BI dashboards for business insights.</a:t>
          </a:r>
        </a:p>
      </dgm:t>
    </dgm:pt>
    <dgm:pt modelId="{FCF6D3DD-C8D7-4FDF-BED3-E71E01B5BDEF}" type="parTrans" cxnId="{83AE6420-8523-4B82-8CE6-B0A262DFACB4}">
      <dgm:prSet/>
      <dgm:spPr/>
      <dgm:t>
        <a:bodyPr/>
        <a:lstStyle/>
        <a:p>
          <a:endParaRPr lang="en-US"/>
        </a:p>
      </dgm:t>
    </dgm:pt>
    <dgm:pt modelId="{E6774A0A-E6E3-44C2-AAF8-06AA73647AFB}" type="sibTrans" cxnId="{83AE6420-8523-4B82-8CE6-B0A262DFACB4}">
      <dgm:prSet/>
      <dgm:spPr/>
      <dgm:t>
        <a:bodyPr/>
        <a:lstStyle/>
        <a:p>
          <a:endParaRPr lang="en-US"/>
        </a:p>
      </dgm:t>
    </dgm:pt>
    <dgm:pt modelId="{12103568-7400-4957-85A6-6331C31B164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Track turnover, demographics, and employee growth.</a:t>
          </a:r>
        </a:p>
      </dgm:t>
    </dgm:pt>
    <dgm:pt modelId="{2BA30065-42EE-42BD-BB84-C0420AAE7A6C}" type="parTrans" cxnId="{B681BA50-971A-4239-B3CC-41973021D9A6}">
      <dgm:prSet/>
      <dgm:spPr/>
      <dgm:t>
        <a:bodyPr/>
        <a:lstStyle/>
        <a:p>
          <a:endParaRPr lang="en-US"/>
        </a:p>
      </dgm:t>
    </dgm:pt>
    <dgm:pt modelId="{72CEEB82-4B6A-4E5F-9F40-2F7D7B48DA8B}" type="sibTrans" cxnId="{B681BA50-971A-4239-B3CC-41973021D9A6}">
      <dgm:prSet/>
      <dgm:spPr/>
      <dgm:t>
        <a:bodyPr/>
        <a:lstStyle/>
        <a:p>
          <a:endParaRPr lang="en-US"/>
        </a:p>
      </dgm:t>
    </dgm:pt>
    <dgm:pt modelId="{CDA569EF-2EA2-4C38-A13B-5D835E20B7F6}" type="pres">
      <dgm:prSet presAssocID="{5E9AEC0D-6CBE-4D66-B7B1-6D9F81C64175}" presName="root" presStyleCnt="0">
        <dgm:presLayoutVars>
          <dgm:dir/>
          <dgm:resizeHandles val="exact"/>
        </dgm:presLayoutVars>
      </dgm:prSet>
      <dgm:spPr/>
    </dgm:pt>
    <dgm:pt modelId="{781BE0AB-2EAD-4CC8-93C3-26A6C6F5AFFD}" type="pres">
      <dgm:prSet presAssocID="{25081257-EC4D-4A90-886B-F701FE456330}" presName="compNode" presStyleCnt="0"/>
      <dgm:spPr/>
    </dgm:pt>
    <dgm:pt modelId="{15E595F4-95B8-45C9-94E4-CCF1D8CCC502}" type="pres">
      <dgm:prSet presAssocID="{25081257-EC4D-4A90-886B-F701FE456330}" presName="bgRect" presStyleLbl="bgShp" presStyleIdx="0" presStyleCnt="4" custLinFactNeighborY="-36041"/>
      <dgm:spPr/>
    </dgm:pt>
    <dgm:pt modelId="{2C6837D9-761D-426F-B41F-B6728357548E}" type="pres">
      <dgm:prSet presAssocID="{25081257-EC4D-4A90-886B-F701FE45633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2EE2325-15EF-4E69-9558-4AFBEB16EE12}" type="pres">
      <dgm:prSet presAssocID="{25081257-EC4D-4A90-886B-F701FE456330}" presName="spaceRect" presStyleCnt="0"/>
      <dgm:spPr/>
    </dgm:pt>
    <dgm:pt modelId="{FD7F5F96-80B6-414D-B21F-5765D9DF754E}" type="pres">
      <dgm:prSet presAssocID="{25081257-EC4D-4A90-886B-F701FE456330}" presName="parTx" presStyleLbl="revTx" presStyleIdx="0" presStyleCnt="4">
        <dgm:presLayoutVars>
          <dgm:chMax val="0"/>
          <dgm:chPref val="0"/>
        </dgm:presLayoutVars>
      </dgm:prSet>
      <dgm:spPr/>
    </dgm:pt>
    <dgm:pt modelId="{A8079E89-D6D1-4390-997A-AFBFFA817726}" type="pres">
      <dgm:prSet presAssocID="{71264DDC-1B71-49AC-A083-CE6EBAEB3104}" presName="sibTrans" presStyleCnt="0"/>
      <dgm:spPr/>
    </dgm:pt>
    <dgm:pt modelId="{5918975E-CB74-4BE8-AB25-2FF312D6CBD7}" type="pres">
      <dgm:prSet presAssocID="{2876660C-6FEB-4E5D-B8CE-59598E6558F2}" presName="compNode" presStyleCnt="0"/>
      <dgm:spPr/>
    </dgm:pt>
    <dgm:pt modelId="{52F6D7B8-8681-4DF0-91C0-678EEE381A7A}" type="pres">
      <dgm:prSet presAssocID="{2876660C-6FEB-4E5D-B8CE-59598E6558F2}" presName="bgRect" presStyleLbl="bgShp" presStyleIdx="1" presStyleCnt="4"/>
      <dgm:spPr/>
    </dgm:pt>
    <dgm:pt modelId="{325BF2BA-A8B5-40E7-9746-31D0D3C5C9B9}" type="pres">
      <dgm:prSet presAssocID="{2876660C-6FEB-4E5D-B8CE-59598E6558F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43AB4E0-A209-4171-BB47-C23B5DF49AC5}" type="pres">
      <dgm:prSet presAssocID="{2876660C-6FEB-4E5D-B8CE-59598E6558F2}" presName="spaceRect" presStyleCnt="0"/>
      <dgm:spPr/>
    </dgm:pt>
    <dgm:pt modelId="{05848BEB-C55F-4EFF-9936-C62BCCA78CEA}" type="pres">
      <dgm:prSet presAssocID="{2876660C-6FEB-4E5D-B8CE-59598E6558F2}" presName="parTx" presStyleLbl="revTx" presStyleIdx="1" presStyleCnt="4">
        <dgm:presLayoutVars>
          <dgm:chMax val="0"/>
          <dgm:chPref val="0"/>
        </dgm:presLayoutVars>
      </dgm:prSet>
      <dgm:spPr/>
    </dgm:pt>
    <dgm:pt modelId="{35C9C617-AC39-499A-86A2-05C1EAC412B9}" type="pres">
      <dgm:prSet presAssocID="{A660FA8B-A1D0-4AC6-9EB1-887043DB6AC3}" presName="sibTrans" presStyleCnt="0"/>
      <dgm:spPr/>
    </dgm:pt>
    <dgm:pt modelId="{F21303A7-2451-4F6C-89AA-9A9A6D96DA6D}" type="pres">
      <dgm:prSet presAssocID="{C80D7AC3-D74A-41CA-A6DF-18B9BB9678F6}" presName="compNode" presStyleCnt="0"/>
      <dgm:spPr/>
    </dgm:pt>
    <dgm:pt modelId="{E75221CC-4BD6-474F-81B1-DFCF5C5EA2E8}" type="pres">
      <dgm:prSet presAssocID="{C80D7AC3-D74A-41CA-A6DF-18B9BB9678F6}" presName="bgRect" presStyleLbl="bgShp" presStyleIdx="2" presStyleCnt="4"/>
      <dgm:spPr/>
    </dgm:pt>
    <dgm:pt modelId="{BC1A3D5B-F54D-446B-B8C3-D6BE9D13F6E8}" type="pres">
      <dgm:prSet presAssocID="{C80D7AC3-D74A-41CA-A6DF-18B9BB9678F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7740E86-4473-4C2B-92FC-393A7AE39374}" type="pres">
      <dgm:prSet presAssocID="{C80D7AC3-D74A-41CA-A6DF-18B9BB9678F6}" presName="spaceRect" presStyleCnt="0"/>
      <dgm:spPr/>
    </dgm:pt>
    <dgm:pt modelId="{8E1E37D4-C0B3-4F96-A9EF-35BA2B1392A1}" type="pres">
      <dgm:prSet presAssocID="{C80D7AC3-D74A-41CA-A6DF-18B9BB9678F6}" presName="parTx" presStyleLbl="revTx" presStyleIdx="2" presStyleCnt="4">
        <dgm:presLayoutVars>
          <dgm:chMax val="0"/>
          <dgm:chPref val="0"/>
        </dgm:presLayoutVars>
      </dgm:prSet>
      <dgm:spPr/>
    </dgm:pt>
    <dgm:pt modelId="{8319454F-3397-49CB-B720-97A45F6C82B9}" type="pres">
      <dgm:prSet presAssocID="{E6774A0A-E6E3-44C2-AAF8-06AA73647AFB}" presName="sibTrans" presStyleCnt="0"/>
      <dgm:spPr/>
    </dgm:pt>
    <dgm:pt modelId="{3B8FE5AF-1EC7-4315-8418-42E37C903574}" type="pres">
      <dgm:prSet presAssocID="{12103568-7400-4957-85A6-6331C31B1643}" presName="compNode" presStyleCnt="0"/>
      <dgm:spPr/>
    </dgm:pt>
    <dgm:pt modelId="{735CE005-FAA7-4090-A6DB-E3F45B1D1E5B}" type="pres">
      <dgm:prSet presAssocID="{12103568-7400-4957-85A6-6331C31B1643}" presName="bgRect" presStyleLbl="bgShp" presStyleIdx="3" presStyleCnt="4"/>
      <dgm:spPr/>
    </dgm:pt>
    <dgm:pt modelId="{2F3B22D1-51C9-4E48-81E6-668651865B75}" type="pres">
      <dgm:prSet presAssocID="{12103568-7400-4957-85A6-6331C31B164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8D5A99BD-DEE5-4109-A1EC-5E96A48C5C2B}" type="pres">
      <dgm:prSet presAssocID="{12103568-7400-4957-85A6-6331C31B1643}" presName="spaceRect" presStyleCnt="0"/>
      <dgm:spPr/>
    </dgm:pt>
    <dgm:pt modelId="{B1061F18-6171-4AAE-BE1F-260DFB66DC8D}" type="pres">
      <dgm:prSet presAssocID="{12103568-7400-4957-85A6-6331C31B164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3AE6420-8523-4B82-8CE6-B0A262DFACB4}" srcId="{5E9AEC0D-6CBE-4D66-B7B1-6D9F81C64175}" destId="{C80D7AC3-D74A-41CA-A6DF-18B9BB9678F6}" srcOrd="2" destOrd="0" parTransId="{FCF6D3DD-C8D7-4FDF-BED3-E71E01B5BDEF}" sibTransId="{E6774A0A-E6E3-44C2-AAF8-06AA73647AFB}"/>
    <dgm:cxn modelId="{B681BA50-971A-4239-B3CC-41973021D9A6}" srcId="{5E9AEC0D-6CBE-4D66-B7B1-6D9F81C64175}" destId="{12103568-7400-4957-85A6-6331C31B1643}" srcOrd="3" destOrd="0" parTransId="{2BA30065-42EE-42BD-BB84-C0420AAE7A6C}" sibTransId="{72CEEB82-4B6A-4E5F-9F40-2F7D7B48DA8B}"/>
    <dgm:cxn modelId="{1A535781-00BE-44EB-AF55-2D285C62EA85}" srcId="{5E9AEC0D-6CBE-4D66-B7B1-6D9F81C64175}" destId="{25081257-EC4D-4A90-886B-F701FE456330}" srcOrd="0" destOrd="0" parTransId="{77401790-45A4-4BE5-8DAD-ED84A51C55CD}" sibTransId="{71264DDC-1B71-49AC-A083-CE6EBAEB3104}"/>
    <dgm:cxn modelId="{069FE89C-AF18-456E-BB17-D2434A3292DE}" type="presOf" srcId="{2876660C-6FEB-4E5D-B8CE-59598E6558F2}" destId="{05848BEB-C55F-4EFF-9936-C62BCCA78CEA}" srcOrd="0" destOrd="0" presId="urn:microsoft.com/office/officeart/2018/2/layout/IconVerticalSolidList"/>
    <dgm:cxn modelId="{0D70BDA1-4D2A-419B-B430-22D491A5D708}" type="presOf" srcId="{5E9AEC0D-6CBE-4D66-B7B1-6D9F81C64175}" destId="{CDA569EF-2EA2-4C38-A13B-5D835E20B7F6}" srcOrd="0" destOrd="0" presId="urn:microsoft.com/office/officeart/2018/2/layout/IconVerticalSolidList"/>
    <dgm:cxn modelId="{2624E6A2-6F67-442A-925F-DE4E647CF2B3}" type="presOf" srcId="{12103568-7400-4957-85A6-6331C31B1643}" destId="{B1061F18-6171-4AAE-BE1F-260DFB66DC8D}" srcOrd="0" destOrd="0" presId="urn:microsoft.com/office/officeart/2018/2/layout/IconVerticalSolidList"/>
    <dgm:cxn modelId="{E14F81B2-8E37-478B-A14D-15350C9DDD4D}" type="presOf" srcId="{C80D7AC3-D74A-41CA-A6DF-18B9BB9678F6}" destId="{8E1E37D4-C0B3-4F96-A9EF-35BA2B1392A1}" srcOrd="0" destOrd="0" presId="urn:microsoft.com/office/officeart/2018/2/layout/IconVerticalSolidList"/>
    <dgm:cxn modelId="{B2399CD8-3AD0-4C87-80BB-364234F3A46D}" type="presOf" srcId="{25081257-EC4D-4A90-886B-F701FE456330}" destId="{FD7F5F96-80B6-414D-B21F-5765D9DF754E}" srcOrd="0" destOrd="0" presId="urn:microsoft.com/office/officeart/2018/2/layout/IconVerticalSolidList"/>
    <dgm:cxn modelId="{165437E6-99E3-4740-8E75-55E190AE6C76}" srcId="{5E9AEC0D-6CBE-4D66-B7B1-6D9F81C64175}" destId="{2876660C-6FEB-4E5D-B8CE-59598E6558F2}" srcOrd="1" destOrd="0" parTransId="{56C38507-6518-4F9C-9DB2-C614E32826AD}" sibTransId="{A660FA8B-A1D0-4AC6-9EB1-887043DB6AC3}"/>
    <dgm:cxn modelId="{66FD9AE3-DC60-4319-94A4-981BFE972D1C}" type="presParOf" srcId="{CDA569EF-2EA2-4C38-A13B-5D835E20B7F6}" destId="{781BE0AB-2EAD-4CC8-93C3-26A6C6F5AFFD}" srcOrd="0" destOrd="0" presId="urn:microsoft.com/office/officeart/2018/2/layout/IconVerticalSolidList"/>
    <dgm:cxn modelId="{4803F94D-9CC5-4DE7-A75B-A45A1E26D5BD}" type="presParOf" srcId="{781BE0AB-2EAD-4CC8-93C3-26A6C6F5AFFD}" destId="{15E595F4-95B8-45C9-94E4-CCF1D8CCC502}" srcOrd="0" destOrd="0" presId="urn:microsoft.com/office/officeart/2018/2/layout/IconVerticalSolidList"/>
    <dgm:cxn modelId="{5F2891FD-C607-40C9-91CD-9AA3327D6C1F}" type="presParOf" srcId="{781BE0AB-2EAD-4CC8-93C3-26A6C6F5AFFD}" destId="{2C6837D9-761D-426F-B41F-B6728357548E}" srcOrd="1" destOrd="0" presId="urn:microsoft.com/office/officeart/2018/2/layout/IconVerticalSolidList"/>
    <dgm:cxn modelId="{E42759E0-6668-48B6-AA30-B993CC869211}" type="presParOf" srcId="{781BE0AB-2EAD-4CC8-93C3-26A6C6F5AFFD}" destId="{22EE2325-15EF-4E69-9558-4AFBEB16EE12}" srcOrd="2" destOrd="0" presId="urn:microsoft.com/office/officeart/2018/2/layout/IconVerticalSolidList"/>
    <dgm:cxn modelId="{D608DE41-8194-4916-943A-55C1D2C0D63B}" type="presParOf" srcId="{781BE0AB-2EAD-4CC8-93C3-26A6C6F5AFFD}" destId="{FD7F5F96-80B6-414D-B21F-5765D9DF754E}" srcOrd="3" destOrd="0" presId="urn:microsoft.com/office/officeart/2018/2/layout/IconVerticalSolidList"/>
    <dgm:cxn modelId="{726E7081-82F3-4C38-BC1E-ECBBE4D52C18}" type="presParOf" srcId="{CDA569EF-2EA2-4C38-A13B-5D835E20B7F6}" destId="{A8079E89-D6D1-4390-997A-AFBFFA817726}" srcOrd="1" destOrd="0" presId="urn:microsoft.com/office/officeart/2018/2/layout/IconVerticalSolidList"/>
    <dgm:cxn modelId="{20BF84E8-2CEE-4C5C-A809-C05EE57A7EF3}" type="presParOf" srcId="{CDA569EF-2EA2-4C38-A13B-5D835E20B7F6}" destId="{5918975E-CB74-4BE8-AB25-2FF312D6CBD7}" srcOrd="2" destOrd="0" presId="urn:microsoft.com/office/officeart/2018/2/layout/IconVerticalSolidList"/>
    <dgm:cxn modelId="{DCCE995F-594A-43B9-AA72-32E99382BA3E}" type="presParOf" srcId="{5918975E-CB74-4BE8-AB25-2FF312D6CBD7}" destId="{52F6D7B8-8681-4DF0-91C0-678EEE381A7A}" srcOrd="0" destOrd="0" presId="urn:microsoft.com/office/officeart/2018/2/layout/IconVerticalSolidList"/>
    <dgm:cxn modelId="{3E7D5B57-B083-4A9C-B5B5-2D566E6061EE}" type="presParOf" srcId="{5918975E-CB74-4BE8-AB25-2FF312D6CBD7}" destId="{325BF2BA-A8B5-40E7-9746-31D0D3C5C9B9}" srcOrd="1" destOrd="0" presId="urn:microsoft.com/office/officeart/2018/2/layout/IconVerticalSolidList"/>
    <dgm:cxn modelId="{9E75B6E9-9E96-4E2C-AA77-8C147FECEED3}" type="presParOf" srcId="{5918975E-CB74-4BE8-AB25-2FF312D6CBD7}" destId="{E43AB4E0-A209-4171-BB47-C23B5DF49AC5}" srcOrd="2" destOrd="0" presId="urn:microsoft.com/office/officeart/2018/2/layout/IconVerticalSolidList"/>
    <dgm:cxn modelId="{A02CA069-C214-423A-A0FC-B738392A60E5}" type="presParOf" srcId="{5918975E-CB74-4BE8-AB25-2FF312D6CBD7}" destId="{05848BEB-C55F-4EFF-9936-C62BCCA78CEA}" srcOrd="3" destOrd="0" presId="urn:microsoft.com/office/officeart/2018/2/layout/IconVerticalSolidList"/>
    <dgm:cxn modelId="{081F3752-058C-4DF6-A8EC-F4AC9C270563}" type="presParOf" srcId="{CDA569EF-2EA2-4C38-A13B-5D835E20B7F6}" destId="{35C9C617-AC39-499A-86A2-05C1EAC412B9}" srcOrd="3" destOrd="0" presId="urn:microsoft.com/office/officeart/2018/2/layout/IconVerticalSolidList"/>
    <dgm:cxn modelId="{D4D19087-3673-4C81-B066-D56949631EF8}" type="presParOf" srcId="{CDA569EF-2EA2-4C38-A13B-5D835E20B7F6}" destId="{F21303A7-2451-4F6C-89AA-9A9A6D96DA6D}" srcOrd="4" destOrd="0" presId="urn:microsoft.com/office/officeart/2018/2/layout/IconVerticalSolidList"/>
    <dgm:cxn modelId="{68A3A22F-CE23-4D34-BE86-C0C906F3B924}" type="presParOf" srcId="{F21303A7-2451-4F6C-89AA-9A9A6D96DA6D}" destId="{E75221CC-4BD6-474F-81B1-DFCF5C5EA2E8}" srcOrd="0" destOrd="0" presId="urn:microsoft.com/office/officeart/2018/2/layout/IconVerticalSolidList"/>
    <dgm:cxn modelId="{3E47A29B-5EC8-4FE0-B910-8ABBBE9D8B50}" type="presParOf" srcId="{F21303A7-2451-4F6C-89AA-9A9A6D96DA6D}" destId="{BC1A3D5B-F54D-446B-B8C3-D6BE9D13F6E8}" srcOrd="1" destOrd="0" presId="urn:microsoft.com/office/officeart/2018/2/layout/IconVerticalSolidList"/>
    <dgm:cxn modelId="{8985A9F0-7784-4586-8F63-02EBB43A0409}" type="presParOf" srcId="{F21303A7-2451-4F6C-89AA-9A9A6D96DA6D}" destId="{F7740E86-4473-4C2B-92FC-393A7AE39374}" srcOrd="2" destOrd="0" presId="urn:microsoft.com/office/officeart/2018/2/layout/IconVerticalSolidList"/>
    <dgm:cxn modelId="{30ED08D0-D140-4DA0-8154-9C4CE94E1C9A}" type="presParOf" srcId="{F21303A7-2451-4F6C-89AA-9A9A6D96DA6D}" destId="{8E1E37D4-C0B3-4F96-A9EF-35BA2B1392A1}" srcOrd="3" destOrd="0" presId="urn:microsoft.com/office/officeart/2018/2/layout/IconVerticalSolidList"/>
    <dgm:cxn modelId="{7BCB1268-26EC-483D-94E2-D718B7CFCBB6}" type="presParOf" srcId="{CDA569EF-2EA2-4C38-A13B-5D835E20B7F6}" destId="{8319454F-3397-49CB-B720-97A45F6C82B9}" srcOrd="5" destOrd="0" presId="urn:microsoft.com/office/officeart/2018/2/layout/IconVerticalSolidList"/>
    <dgm:cxn modelId="{51FB8986-4672-413A-A201-8CF9CEADC270}" type="presParOf" srcId="{CDA569EF-2EA2-4C38-A13B-5D835E20B7F6}" destId="{3B8FE5AF-1EC7-4315-8418-42E37C903574}" srcOrd="6" destOrd="0" presId="urn:microsoft.com/office/officeart/2018/2/layout/IconVerticalSolidList"/>
    <dgm:cxn modelId="{3289344C-6F68-492A-9B5F-D4C4FE1BF9A3}" type="presParOf" srcId="{3B8FE5AF-1EC7-4315-8418-42E37C903574}" destId="{735CE005-FAA7-4090-A6DB-E3F45B1D1E5B}" srcOrd="0" destOrd="0" presId="urn:microsoft.com/office/officeart/2018/2/layout/IconVerticalSolidList"/>
    <dgm:cxn modelId="{CA28BEF1-6994-48BB-A071-AC6CABB91335}" type="presParOf" srcId="{3B8FE5AF-1EC7-4315-8418-42E37C903574}" destId="{2F3B22D1-51C9-4E48-81E6-668651865B75}" srcOrd="1" destOrd="0" presId="urn:microsoft.com/office/officeart/2018/2/layout/IconVerticalSolidList"/>
    <dgm:cxn modelId="{5140F7EB-4B71-478B-83DE-CD64DBA8DEDE}" type="presParOf" srcId="{3B8FE5AF-1EC7-4315-8418-42E37C903574}" destId="{8D5A99BD-DEE5-4109-A1EC-5E96A48C5C2B}" srcOrd="2" destOrd="0" presId="urn:microsoft.com/office/officeart/2018/2/layout/IconVerticalSolidList"/>
    <dgm:cxn modelId="{A5807531-DD98-4838-B214-C348DCD63084}" type="presParOf" srcId="{3B8FE5AF-1EC7-4315-8418-42E37C903574}" destId="{B1061F18-6171-4AAE-BE1F-260DFB66DC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BB61A-647C-4C0D-B9D5-4E318FB862F0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F2DEE-B1E1-45F8-AD3C-B417D8782A10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FC8CEB-3082-4624-84FE-3C07CEE1345A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OBJECTIVE</a:t>
          </a:r>
        </a:p>
      </dsp:txBody>
      <dsp:txXfrm>
        <a:off x="518589" y="1265836"/>
        <a:ext cx="1582031" cy="632812"/>
      </dsp:txXfrm>
    </dsp:sp>
    <dsp:sp modelId="{626EFFA6-2F91-4CE2-8AF9-5FD8C351AD72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54110-D54E-46D5-90AE-176CD44880E5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9FE42-0961-4EE5-9BDD-1E14586A0E4E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SQL DATA CLEANING</a:t>
          </a:r>
        </a:p>
      </dsp:txBody>
      <dsp:txXfrm>
        <a:off x="2377476" y="1265836"/>
        <a:ext cx="1582031" cy="632812"/>
      </dsp:txXfrm>
    </dsp:sp>
    <dsp:sp modelId="{94624708-CD21-4886-9ACD-AD4BDC44A655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D84DFD-17B3-4C95-853E-24342F7B7CCA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EC70F-8E79-4C5B-B8EB-13CF4227C41D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SQL DATA ANALYSIS</a:t>
          </a:r>
        </a:p>
      </dsp:txBody>
      <dsp:txXfrm>
        <a:off x="4236363" y="1265836"/>
        <a:ext cx="1582031" cy="632812"/>
      </dsp:txXfrm>
    </dsp:sp>
    <dsp:sp modelId="{4FA30CC4-0577-4FB4-828E-CCDDA48EC1D3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F3C86-5D1B-492D-B6DD-AC8573661923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39A0B-AC52-48DF-89E1-69D409CA05E8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SQL FILE LINK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95249" y="1265836"/>
        <a:ext cx="1582031" cy="632812"/>
      </dsp:txXfrm>
    </dsp:sp>
    <dsp:sp modelId="{4C139F41-E22C-42E4-82C9-FEED316E21E3}">
      <dsp:nvSpPr>
        <dsp:cNvPr id="0" name=""/>
        <dsp:cNvSpPr/>
      </dsp:nvSpPr>
      <dsp:spPr>
        <a:xfrm>
          <a:off x="1756529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D311C-CF41-4872-A3EB-F754C4FDFA4F}">
      <dsp:nvSpPr>
        <dsp:cNvPr id="0" name=""/>
        <dsp:cNvSpPr/>
      </dsp:nvSpPr>
      <dsp:spPr>
        <a:xfrm>
          <a:off x="1962193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12FCA-B9FC-4D5F-B425-5B59CC6B78E1}">
      <dsp:nvSpPr>
        <dsp:cNvPr id="0" name=""/>
        <dsp:cNvSpPr/>
      </dsp:nvSpPr>
      <dsp:spPr>
        <a:xfrm>
          <a:off x="144803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VISUALIZATION USING POWER BI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48033" y="3559781"/>
        <a:ext cx="1582031" cy="632812"/>
      </dsp:txXfrm>
    </dsp:sp>
    <dsp:sp modelId="{09456C49-47BE-4450-8574-0CE0DA6792D5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C5DFB9-0441-4A4C-898D-39B74977B6FC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335E3-135B-4FBB-86B5-D2FFB7E709DA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INSIGHTS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06919" y="3559781"/>
        <a:ext cx="1582031" cy="632812"/>
      </dsp:txXfrm>
    </dsp:sp>
    <dsp:sp modelId="{639494B1-A1B5-496D-8D00-44A95594FBC2}">
      <dsp:nvSpPr>
        <dsp:cNvPr id="0" name=""/>
        <dsp:cNvSpPr/>
      </dsp:nvSpPr>
      <dsp:spPr>
        <a:xfrm>
          <a:off x="5474302" y="2294156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8FE19-CAF1-46BD-ACFE-EC13F30319E0}">
      <dsp:nvSpPr>
        <dsp:cNvPr id="0" name=""/>
        <dsp:cNvSpPr/>
      </dsp:nvSpPr>
      <dsp:spPr>
        <a:xfrm>
          <a:off x="5679966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2A9B07-B1C3-48DC-AB47-6E4B2B865547}">
      <dsp:nvSpPr>
        <dsp:cNvPr id="0" name=""/>
        <dsp:cNvSpPr/>
      </dsp:nvSpPr>
      <dsp:spPr>
        <a:xfrm>
          <a:off x="516580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65806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595F4-95B8-45C9-94E4-CCF1D8CCC502}">
      <dsp:nvSpPr>
        <dsp:cNvPr id="0" name=""/>
        <dsp:cNvSpPr/>
      </dsp:nvSpPr>
      <dsp:spPr>
        <a:xfrm>
          <a:off x="0" y="0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6837D9-761D-426F-B41F-B6728357548E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F5F96-80B6-414D-B21F-5765D9DF754E}">
      <dsp:nvSpPr>
        <dsp:cNvPr id="0" name=""/>
        <dsp:cNvSpPr/>
      </dsp:nvSpPr>
      <dsp:spPr>
        <a:xfrm>
          <a:off x="1057476" y="1806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 HR dataset using SQL.</a:t>
          </a:r>
        </a:p>
      </dsp:txBody>
      <dsp:txXfrm>
        <a:off x="1057476" y="1806"/>
        <a:ext cx="6829223" cy="915564"/>
      </dsp:txXfrm>
    </dsp:sp>
    <dsp:sp modelId="{52F6D7B8-8681-4DF0-91C0-678EEE381A7A}">
      <dsp:nvSpPr>
        <dsp:cNvPr id="0" name=""/>
        <dsp:cNvSpPr/>
      </dsp:nvSpPr>
      <dsp:spPr>
        <a:xfrm>
          <a:off x="0" y="1146262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5BF2BA-A8B5-40E7-9746-31D0D3C5C9B9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48BEB-C55F-4EFF-9936-C62BCCA78CEA}">
      <dsp:nvSpPr>
        <dsp:cNvPr id="0" name=""/>
        <dsp:cNvSpPr/>
      </dsp:nvSpPr>
      <dsp:spPr>
        <a:xfrm>
          <a:off x="1057476" y="1146262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Analyze employee trends and workforce distribution using SQL</a:t>
          </a:r>
          <a:r>
            <a:rPr lang="en-US" sz="2200" kern="1200" dirty="0"/>
            <a:t>.</a:t>
          </a:r>
        </a:p>
      </dsp:txBody>
      <dsp:txXfrm>
        <a:off x="1057476" y="1146262"/>
        <a:ext cx="6829223" cy="915564"/>
      </dsp:txXfrm>
    </dsp:sp>
    <dsp:sp modelId="{E75221CC-4BD6-474F-81B1-DFCF5C5EA2E8}">
      <dsp:nvSpPr>
        <dsp:cNvPr id="0" name=""/>
        <dsp:cNvSpPr/>
      </dsp:nvSpPr>
      <dsp:spPr>
        <a:xfrm>
          <a:off x="0" y="2290717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A3D5B-F54D-446B-B8C3-D6BE9D13F6E8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E37D4-C0B3-4F96-A9EF-35BA2B1392A1}">
      <dsp:nvSpPr>
        <dsp:cNvPr id="0" name=""/>
        <dsp:cNvSpPr/>
      </dsp:nvSpPr>
      <dsp:spPr>
        <a:xfrm>
          <a:off x="1057476" y="2290717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 Power BI dashboards for business insights.</a:t>
          </a:r>
        </a:p>
      </dsp:txBody>
      <dsp:txXfrm>
        <a:off x="1057476" y="2290717"/>
        <a:ext cx="6829223" cy="915564"/>
      </dsp:txXfrm>
    </dsp:sp>
    <dsp:sp modelId="{735CE005-FAA7-4090-A6DB-E3F45B1D1E5B}">
      <dsp:nvSpPr>
        <dsp:cNvPr id="0" name=""/>
        <dsp:cNvSpPr/>
      </dsp:nvSpPr>
      <dsp:spPr>
        <a:xfrm>
          <a:off x="0" y="3435173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B22D1-51C9-4E48-81E6-668651865B75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61F18-6171-4AAE-BE1F-260DFB66DC8D}">
      <dsp:nvSpPr>
        <dsp:cNvPr id="0" name=""/>
        <dsp:cNvSpPr/>
      </dsp:nvSpPr>
      <dsp:spPr>
        <a:xfrm>
          <a:off x="1057476" y="3435173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Track turnover, demographics, and employee growth.</a:t>
          </a:r>
        </a:p>
      </dsp:txBody>
      <dsp:txXfrm>
        <a:off x="1057476" y="3435173"/>
        <a:ext cx="6829223" cy="915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142999" y="978706"/>
            <a:ext cx="6858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-EMPLOYEES DISTRIBUTION REPORT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80A8A-120E-8E50-9850-EEED418AD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35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213BE0-8F2E-5DB9-0519-49140874A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8245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38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3562"/>
            <a:ext cx="7886700" cy="1133499"/>
          </a:xfrm>
        </p:spPr>
        <p:txBody>
          <a:bodyPr>
            <a:normAutofit/>
          </a:bodyPr>
          <a:lstStyle/>
          <a:p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EDF3C90C-BF9B-C54B-6D77-58E182C4A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790920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2"/>
            <a:ext cx="7266222" cy="746676"/>
          </a:xfrm>
        </p:spPr>
        <p:txBody>
          <a:bodyPr anchor="b">
            <a:normAutofit/>
          </a:bodyPr>
          <a:lstStyle/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1750720"/>
            <a:ext cx="7266222" cy="3454358"/>
          </a:xfrm>
        </p:spPr>
        <p:txBody>
          <a:bodyPr anchor="t"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inconsistent date formats using STR_TO_DATE().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null and duplicate values.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for consistency.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calculated fields like Age and Full Name.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7E3B-A490-742D-2084-D8B5B794D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 ANALYSIS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C4EA5-27A1-97B4-A01A-9FD17B0A8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0605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BREAKDOWN OF EMPLOYEES IN THE COMPANY.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ETHNICITY BREAKDOWN OF EMPLOYEES IN THE COMPANY.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DISTRIBUTION OF EMPLOYEES IN THE COMPANY.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WORKING IN HEADQUARTERS VERSUS REMOTE LOCATIONS.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LENGH OF EMPLOYEES WORKING IN THE COMPANY BEFORE TERMINATION.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OF JOB TITLE ACROSS THE COMPANY 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TURNOVER RATE OF EMPLOYEES IN THE COMPANY.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EMPLOYEES BY STATE.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OF EMPLOYEES COUNT OVER TIME BASED ON HIRE NAD TERM DATE.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 DISTRIBUTION FOR EACH DEPARTMENT.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ACROSS VARIOUS DEPARTMENTS.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9089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47D9-9D0C-1E3B-2E86-E343ED306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FILE LINK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2FE341-B39A-CBCE-7A78-0ED01A6BE12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236327"/>
              </p:ext>
            </p:extLst>
          </p:nvPr>
        </p:nvGraphicFramePr>
        <p:xfrm>
          <a:off x="540775" y="1877961"/>
          <a:ext cx="7718321" cy="3549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340978" imgH="518081" progId="Package">
                  <p:embed/>
                </p:oleObj>
              </mc:Choice>
              <mc:Fallback>
                <p:oleObj name="Packager Shell Object" showAsIcon="1" r:id="rId2" imgW="1340978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0775" y="1877961"/>
                        <a:ext cx="7718321" cy="3549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300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D9ADB-40FE-7605-99AE-07EFDBB73D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3000" y="1293338"/>
            <a:ext cx="6858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br>
              <a:rPr lang="en-US" sz="63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3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</a:t>
            </a:r>
            <a:r>
              <a:rPr lang="en-US" sz="4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279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B5E47-38C6-2A7A-A6AE-D3D97217D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8" y="344129"/>
            <a:ext cx="8922774" cy="632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91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CC4D-674B-7E4C-2990-17B89483D29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50606" y="363794"/>
            <a:ext cx="8347587" cy="5762369"/>
          </a:xfrm>
        </p:spPr>
        <p:txBody>
          <a:bodyPr>
            <a:normAutofit/>
          </a:bodyPr>
          <a:lstStyle/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Growth Trend (2000–2020)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growth showed a consistent upward trend after 2006.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growth percentage increased from nearly 80% to around 95% by 2020.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growth acceleration is visible after 2015.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employees (10,794) slightly outnumber female employees (9,876).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Non-conforming employees represent a very small portion of the workforce (577).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Distribution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employees form the largest workforce segment (6,057).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or African American, Asian, and Two or More Races categories show balanced diversity representation.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Hawaiian or Other Pacific Islander category has the lowest employee count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334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8F46AB-2B18-9624-BD68-EB8AF475A49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489155"/>
            <a:ext cx="8229600" cy="571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 vs Remote Em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ees</a:t>
            </a:r>
          </a:p>
          <a:p>
            <a:r>
              <a:rPr lang="en-US" sz="1800" dirty="0"/>
              <a:t>Remote employees dominate the workforce with </a:t>
            </a:r>
            <a:r>
              <a:rPr lang="en-US" sz="1800" b="1" dirty="0"/>
              <a:t>75.27%</a:t>
            </a:r>
            <a:r>
              <a:rPr lang="en-US" sz="1800" dirty="0"/>
              <a:t>. </a:t>
            </a:r>
          </a:p>
          <a:p>
            <a:r>
              <a:rPr lang="en-US" sz="1800" dirty="0"/>
              <a:t>Headquarters employees account for only </a:t>
            </a:r>
            <a:r>
              <a:rPr lang="en-US" sz="1800" b="1" dirty="0"/>
              <a:t>24.73%</a:t>
            </a:r>
            <a:r>
              <a:rPr lang="en-US" sz="1800" dirty="0"/>
              <a:t>. </a:t>
            </a:r>
          </a:p>
          <a:p>
            <a:r>
              <a:rPr lang="en-US" sz="1800" dirty="0"/>
              <a:t>Shows the organization strongly supports remote work culture.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by State</a:t>
            </a:r>
          </a:p>
          <a:p>
            <a:r>
              <a:rPr lang="en-US" sz="1800" dirty="0"/>
              <a:t>Ohio has the highest employee concentration with </a:t>
            </a:r>
            <a:r>
              <a:rPr lang="en-US" sz="1800" b="1" dirty="0"/>
              <a:t>17,252 employees</a:t>
            </a:r>
            <a:r>
              <a:rPr lang="en-US" sz="1800" dirty="0"/>
              <a:t>. </a:t>
            </a:r>
          </a:p>
          <a:p>
            <a:r>
              <a:rPr lang="en-US" sz="1800" dirty="0"/>
              <a:t>Pennsylvania and Illinois are the next major employee hubs. </a:t>
            </a:r>
          </a:p>
          <a:p>
            <a:r>
              <a:rPr lang="en-US" sz="1800" dirty="0"/>
              <a:t>Workforce distribution is heavily concentrated in a few key states.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2720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7F84AE-3B2E-BABB-6105-E9E2B33FA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324466"/>
            <a:ext cx="8799872" cy="625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7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2BCBC-2CF4-3361-07A3-475484E69FC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6143" y="412956"/>
            <a:ext cx="8662218" cy="571320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Turnover Analysis</a:t>
            </a:r>
          </a:p>
          <a:p>
            <a:endParaRPr lang="en-US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department has the highest turnover rate at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9.41%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stronger employee attrition.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has the highest employee count (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6,387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but maintains a comparatively stable turnover rate (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7.73%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Auditing and Legal departments show the lowest turnover rates, reflecting better employee retention. </a:t>
            </a:r>
          </a:p>
          <a:p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Across Departments</a:t>
            </a:r>
          </a:p>
          <a:p>
            <a:endParaRPr lang="en-US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and Accounting departments have the highest workforce representation across genders.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and male employee counts are relatively balanced in several departments.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Non-conforming employee representation remains significantly lower across all departments. </a:t>
            </a:r>
          </a:p>
          <a:p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 Distribution</a:t>
            </a:r>
          </a:p>
          <a:p>
            <a:endParaRPr lang="en-US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aged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35–44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the largest workforce segment (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6,147 employees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25–34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45–54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groups also contribute heavily to the workforce.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employees (18–24) represent the smallest employee segment, indicating lower entry-level workforce concentration.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267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208AF-FBB8-C152-3F08-00596B276EC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85136" y="616974"/>
            <a:ext cx="861305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Distribution by Gender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employees slightly outnumber female employees across most age groups.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employee concentration for both genders lies within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25–54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range.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Non-conforming employee count remains consistently low across all age groups.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Stability Insights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departments maintain turnover rates between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7%–8%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moderate workforce stability.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appears to retain mid-career employees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691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136972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has the highest employee count.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workforce belongs to 25–54 age group.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employees form nearly 75% of workforce.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growth steadily increased after 2010.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Ohio has the highest employee concentration.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198128-B94D-066D-DFE8-4D6629BF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222" y="255640"/>
            <a:ext cx="7387313" cy="667279"/>
          </a:xfrm>
        </p:spPr>
        <p:txBody>
          <a:bodyPr anchor="b">
            <a:normAutofit fontScale="90000"/>
          </a:bodyPr>
          <a:lstStyle/>
          <a:p>
            <a:r>
              <a:rPr lang="en-US" sz="4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80DE9280-7800-683D-C315-E128144342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6978" y="1178559"/>
            <a:ext cx="7387313" cy="47565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HR analytics project successfully transformed raw employee data into meaningful business insights using SQL and Power BI. 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data cleaning improved data accuracy by handling missing values, correcting date formats, and creating calculated fields for analysis. 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 provided interactive visualization of workforce demographics, employee growth, turnover trends, and department performance. 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 growth increased steadily over the years, showing organizational expansion and workforce stability. 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Turnover analysis highlighted departments with higher attrition, helping HR identify areas requiring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strategies to reduce the attrition.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data analytics can help organizations improve employee management, optimize workforce planning, and support business growth .</a:t>
            </a:r>
          </a:p>
        </p:txBody>
      </p:sp>
    </p:spTree>
    <p:extLst>
      <p:ext uri="{BB962C8B-B14F-4D97-AF65-F5344CB8AC3E}">
        <p14:creationId xmlns:p14="http://schemas.microsoft.com/office/powerpoint/2010/main" val="83404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731</Words>
  <Application>Microsoft Office PowerPoint</Application>
  <PresentationFormat>On-screen Show (4:3)</PresentationFormat>
  <Paragraphs>115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Package</vt:lpstr>
      <vt:lpstr>HR -EMPLOYEES DISTRIBUTION REPORT</vt:lpstr>
      <vt:lpstr>TABLE OF CONTENTS</vt:lpstr>
      <vt:lpstr>Project Objective</vt:lpstr>
      <vt:lpstr>SQL DATA CLEANING</vt:lpstr>
      <vt:lpstr>SQL DATA ANALYSIS</vt:lpstr>
      <vt:lpstr>SQL FILE LINK</vt:lpstr>
      <vt:lpstr>VISUALIZATION                   -POWER BI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RAJASHREE A P</cp:lastModifiedBy>
  <cp:revision>6</cp:revision>
  <dcterms:created xsi:type="dcterms:W3CDTF">2013-01-27T09:14:16Z</dcterms:created>
  <dcterms:modified xsi:type="dcterms:W3CDTF">2026-05-11T12:19:03Z</dcterms:modified>
  <cp:category/>
</cp:coreProperties>
</file>